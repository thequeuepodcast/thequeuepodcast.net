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cover.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Brand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brand overview.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Mission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mission &amp; vision.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Brand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brand values.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Logo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logo system.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Logo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logo usage.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Color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color palette.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typography.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Voice &amp;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voice &amp; messaging.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audience.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Visual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visual style.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Photography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photography.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Social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social media.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Episode Thumbnails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episode thumbnails.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Merchandise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merchandise.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applications.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Do's &amp;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do's &amp; don'ts.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QUEUE – BPO Industry Podcast</a:t>
            </a:r>
          </a:p>
          <a:p/>
          <a:p>
            <a:r>
              <a:t>This section contains professionally structured guidance for contact.</a:t>
            </a:r>
          </a:p>
          <a:p/>
          <a:p>
            <a:r>
              <a:t>Brand colors: #2448E5, #151A78, #59D4FF, #FFFFFF.</a:t>
            </a:r>
          </a:p>
          <a:p>
            <a:r>
              <a:t>Typography: Bebas Neue, Poppins.</a:t>
            </a:r>
          </a:p>
          <a:p>
            <a:r>
              <a:t>Tagline: Where BPO Leaders Talk.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